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1734-5184-A429-22FE-DE8056916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11D3A-61EC-59AA-CA3A-BC7FA97E9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15B8-9270-59F1-3E51-3BB59059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837-C719-4F17-9225-9262FC41085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604EC-579F-9EEA-E909-F66F8D6B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B4235-D674-60A2-BFCB-84445FA8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ACD53-E518-4514-9C4F-CDFD2A3A0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662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D138B-EE96-ECB9-BA4B-B1DACA9B8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56B59-2D3F-206D-918D-F151CD129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6A310-44FC-F438-3DBA-256958DC7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837-C719-4F17-9225-9262FC41085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9AB62-1AE0-0C0E-B3C1-91F1A10E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57286-BDF4-5F46-0AF2-F246ED0B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ACD53-E518-4514-9C4F-CDFD2A3A0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5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EA86A-242E-3C95-8495-C0391F4F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0A204-14F4-E60F-484C-E36A331EE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43DE1-ADB9-F952-A5AA-3E8C12C3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837-C719-4F17-9225-9262FC41085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F3FC6-1487-BC17-BB38-AD2A1BA63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500EB-52CB-40DF-B567-4E94E89F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ACD53-E518-4514-9C4F-CDFD2A3A0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364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41C5D-3810-C3F9-05EB-6C48F4848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8E4D5-7E81-38BB-D6BD-5929DF1E7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DA07F-7718-6E77-6368-60BD10756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75BD4-7569-51C0-AFFE-93D96B7B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837-C719-4F17-9225-9262FC41085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1987F-AE6F-4F31-F1ED-AE4DF9A47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DB923-DD42-2DDF-1F99-56C997DB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ACD53-E518-4514-9C4F-CDFD2A3A0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12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F9AEB-543A-9731-379B-FAC185C2E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26842-FD45-E329-082F-AF5C6D8A1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16DF5-D3A0-A10F-6B89-643E41690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B7F5C-16E9-09CD-5DD5-AED79EBCA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93B13-F197-157B-F350-79CAC38F2F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6EE8D-82A2-335D-6C35-5079C6FE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837-C719-4F17-9225-9262FC41085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D35EFB-580B-74F1-0858-9F80EB428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A1D69-64AF-06D7-976D-031784E2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ACD53-E518-4514-9C4F-CDFD2A3A0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11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D3671-0AC4-E48D-B087-CCC0267E9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15BFE-5F65-60AB-8939-4AE402D31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837-C719-4F17-9225-9262FC41085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13057-D8E7-D10A-39D7-ECEEEB043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0E8A4-D237-1F7A-0936-DEC0F22DE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ACD53-E518-4514-9C4F-CDFD2A3A0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17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1574C-CC1E-3201-84DD-11C7CC983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837-C719-4F17-9225-9262FC41085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F46A18-4807-663D-5750-31AB9096B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5F1B3-2299-B5B3-B977-4B18AF9B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ACD53-E518-4514-9C4F-CDFD2A3A0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41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71FF7-5C11-AE5C-AFB4-2A07ABD12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BE560-6765-A85F-4CC6-940F2A4A9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F2510-918C-85AD-DF0F-692422A1E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30A18-B17C-A14C-5ECA-D8CF6A36F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837-C719-4F17-9225-9262FC41085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534EB-65E9-C25F-470B-F905CC4F8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EAAA4-54B6-5A75-9E0B-551B575D6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ACD53-E518-4514-9C4F-CDFD2A3A0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04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BF84A-4D97-C361-F01E-A38433BF0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ED1B41-099A-F7AD-2009-0C97FAAE9F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F1A1D-0888-0D24-4CFF-B5493BF2A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B0CDD-5197-D1D0-2440-4E5571E45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837-C719-4F17-9225-9262FC41085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648EF-BED0-574A-D288-0AC2AFCB4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C2859-13FC-D97C-3EB4-927B7BC12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ACD53-E518-4514-9C4F-CDFD2A3A0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5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240F-4FCD-4621-EC55-28B195AF9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893A5-8100-78A0-ED5E-12BCDB5D1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C7967-F02F-0A79-6B9A-CFF06BEE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837-C719-4F17-9225-9262FC41085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FD9AB-06CC-A015-C03D-465DEBBBB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C6B5D-AF4A-CBE8-A76F-DC0D01443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ACD53-E518-4514-9C4F-CDFD2A3A0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986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5720E3-102F-0D97-A8D4-25DD9CE32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DEF61-3372-F685-7211-CBEDE857A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D0258-946E-07F9-BDA5-3A97EABB4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837-C719-4F17-9225-9262FC41085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2EBAB-F827-9809-5BCB-EF5C95372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B3BD8-FA7B-4B4E-BFBE-FE7E86E5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ACD53-E518-4514-9C4F-CDFD2A3A0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692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0237-07E2-880E-E2A1-9EFEB204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AE77D-7A51-7371-D336-1A520F316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AEA4A-237A-600C-6476-6892302C0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837-C719-4F17-9225-9262FC41085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79078-30EC-4B1F-FC80-913567DF9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5E157-0132-AE62-7B41-70BC786B4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ACD53-E518-4514-9C4F-CDFD2A3A0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34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03499E-EE83-DB66-C942-55FE8362E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45587-C84A-2C6F-F0B4-7613C9F08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6DC44-66E0-6E91-3E6F-781A87026F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ED837-C719-4F17-9225-9262FC41085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4E487-2E5F-C8B1-4764-4C8EA7922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08133-62DE-4703-E6A8-DE96092F1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ACD53-E518-4514-9C4F-CDFD2A3A0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9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823E6-D0A4-2351-C97A-D5B9266685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ClubFlow Institutional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EBC08B-6F30-560B-917E-B0F2EDEBE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Product Overview and System Walkthrough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671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BA3A8-C6D6-F460-4B92-43645D0E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7428F-18CE-900E-BD0E-EC7FA8C98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Campus clubs often manage operations with fragmented tools and manual approvals.</a:t>
            </a:r>
          </a:p>
          <a:p>
            <a:r>
              <a:rPr lang="en-US"/>
              <a:t>Funding, room booking, event pitching, and bill reimbursement are disconnected workflows.</a:t>
            </a:r>
          </a:p>
          <a:p>
            <a:r>
              <a:rPr lang="en-US"/>
              <a:t>Council and club communication delays slow down decision cycles and event execution.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00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BE37A-C258-26B5-1097-40BE55AF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Solution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F32C1-63A1-C573-38C4-4522A5EDD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ClubFlow provides a centralized institutional platform for club governance.</a:t>
            </a:r>
          </a:p>
          <a:p>
            <a:r>
              <a:rPr lang="en-US"/>
              <a:t>The system supports end-to-end operations for clubs, students, and council/admin members.</a:t>
            </a:r>
          </a:p>
          <a:p>
            <a:r>
              <a:rPr lang="en-US"/>
              <a:t>Built as role-based web experience with dashboards, approvals, analytics, chat, and video meetings.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783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F0AC5-E519-C5FF-DEC2-7B6132A5C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User Roles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FF4A3-B8FF-487E-6A96-F035ED2BB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Club Head: manages club profile, funds, bills, events, room bookings, and council communication.</a:t>
            </a:r>
          </a:p>
          <a:p>
            <a:r>
              <a:rPr lang="en-US"/>
              <a:t>Student: discovers clubs, tracks memberships, and views campus events.</a:t>
            </a:r>
          </a:p>
          <a:p>
            <a:r>
              <a:rPr lang="en-US"/>
              <a:t>Council/Admin: reviews submissions, approves requests, analyzes club performance, and coordinates with clubs.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695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5505C-D1F4-6D0D-D383-F7F8EC05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Club Portal Capabilities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4F078-9290-956D-2A12-A2A2DDE5C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Dashboard with activity summaries and pending approval visibility.</a:t>
            </a:r>
          </a:p>
          <a:p>
            <a:r>
              <a:rPr lang="en-US"/>
              <a:t>Workflows for update details, request funds, submit bills, pitch events, and book rooms.</a:t>
            </a:r>
          </a:p>
          <a:p>
            <a:r>
              <a:rPr lang="en-US"/>
              <a:t>Integrated chat and video meeting features for direct collaboration with council members.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597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70CCD-0131-52F6-EDBF-CCC8EC1D9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Council/Admin Capabilities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70FF6-D413-C297-70D6-C06CAFF1A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Central admin dashboard with pending approvals across funds, events, rooms, and bills.</a:t>
            </a:r>
          </a:p>
          <a:p>
            <a:r>
              <a:rPr lang="en-US"/>
              <a:t>Submission review interface with approve/reject actions and contextual details.</a:t>
            </a:r>
          </a:p>
          <a:p>
            <a:r>
              <a:rPr lang="en-US"/>
              <a:t>Dedicated club analytics page for participation and budget insights.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540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41E8-6A9C-47AA-2F1E-0A5921D11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Student Experience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242A-72E5-7570-FBDA-64E40EC26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Student dashboard for personalized club and event access.</a:t>
            </a:r>
          </a:p>
          <a:p>
            <a:r>
              <a:rPr lang="en-US"/>
              <a:t>Club details views with quick membership context and upcoming events.</a:t>
            </a:r>
          </a:p>
          <a:p>
            <a:r>
              <a:rPr lang="en-US"/>
              <a:t>Membership and event pages for continuous campus engagement.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473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4336A-177D-4DCD-CCA3-2F5407FC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Communication and Collaboration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FE3AC-870D-E243-BEC1-395ABB760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In-app chat interfaces support fast discussions between clubs and council.</a:t>
            </a:r>
          </a:p>
          <a:p>
            <a:r>
              <a:rPr lang="en-US"/>
              <a:t>Video meet modules provide synchronous decision-making for urgent topics.</a:t>
            </a:r>
          </a:p>
          <a:p>
            <a:r>
              <a:rPr lang="en-US"/>
              <a:t>Communication is embedded inside operational workflows to reduce context switching.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785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D8A2-3FC9-F27C-818E-8E297D16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Technical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B3A85-AE72-90FB-407B-472DC2668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Frontend: React + TypeScript + Vite with modular pages and reusable UI components.</a:t>
            </a:r>
          </a:p>
          <a:p>
            <a:r>
              <a:rPr lang="en-IN"/>
              <a:t>Backend: Node.js service layer for data and workflow orchestration.</a:t>
            </a:r>
          </a:p>
          <a:p>
            <a:r>
              <a:rPr lang="en-IN"/>
              <a:t>UI foundation includes MUI, Radix UI primitives, and data visualization with Recharts.</a:t>
            </a:r>
          </a:p>
        </p:txBody>
      </p:sp>
    </p:spTree>
    <p:extLst>
      <p:ext uri="{BB962C8B-B14F-4D97-AF65-F5344CB8AC3E}">
        <p14:creationId xmlns:p14="http://schemas.microsoft.com/office/powerpoint/2010/main" val="2364495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9877B-F4A2-979F-9937-D9DC759E2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Impact and 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EA5CC-0F3D-4CF3-B06B-3047DF800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Expected outcomes: faster approvals, higher transparency, and stronger club governance.</a:t>
            </a:r>
          </a:p>
          <a:p>
            <a:r>
              <a:rPr lang="en-US"/>
              <a:t>Next steps: connect live institutional data, role-based auth, and audit trails.</a:t>
            </a:r>
          </a:p>
          <a:p>
            <a:r>
              <a:rPr lang="en-US"/>
              <a:t>Future roadmap: notifications, SLA tracking, advanced analytics, and mobile-first expansion.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722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ClubFlow Institutional Platform</vt:lpstr>
      <vt:lpstr>Problem Statement</vt:lpstr>
      <vt:lpstr>Solution Overview</vt:lpstr>
      <vt:lpstr>User Roles</vt:lpstr>
      <vt:lpstr>Club Portal Capabilities</vt:lpstr>
      <vt:lpstr>Council/Admin Capabilities</vt:lpstr>
      <vt:lpstr>Student Experience</vt:lpstr>
      <vt:lpstr>Communication and Collaboration</vt:lpstr>
      <vt:lpstr>Technical Architecture</vt:lpstr>
      <vt:lpstr>Impact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Chaudhary</dc:creator>
  <cp:lastModifiedBy>Harsh Chaudhary</cp:lastModifiedBy>
  <cp:revision>1</cp:revision>
  <dcterms:created xsi:type="dcterms:W3CDTF">2026-04-10T04:02:18Z</dcterms:created>
  <dcterms:modified xsi:type="dcterms:W3CDTF">2026-04-10T04:02:18Z</dcterms:modified>
</cp:coreProperties>
</file>