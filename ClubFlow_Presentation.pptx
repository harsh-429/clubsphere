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ClubFlow Institutional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</a:t>
            </a:r>
          </a:p>
          <a:p>
            <a:r>
              <a:t>Demo portal for clubs, students, administrators, and council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modern institutional club management platform built with React, Tailwind, and Node.js.</a:t>
            </a:r>
          </a:p>
          <a:p>
            <a:pPr lvl="1"/>
            <a:r>
              <a:t>Supports role-based access for club heads, students, council/admin, and club admins.</a:t>
            </a:r>
          </a:p>
          <a:p>
            <a:pPr lvl="1"/>
            <a:r>
              <a:t>Inspired by a Figma design system and focused on usability across club workflows.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Roles &amp; Portals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Club Head / Club Admin</a:t>
            </a:r>
          </a:p>
          <a:p>
            <a:pPr lvl="1"/>
            <a:r>
              <a:t>Club Head: manage club details, proposals, budgets, and room bookings.</a:t>
            </a:r>
          </a:p>
          <a:p>
            <a:pPr lvl="1"/>
            <a:r>
              <a:t>Admin/Council: review submissions, approvals, analytics, and club communication.</a:t>
            </a:r>
          </a:p>
          <a:p>
            <a:pPr lvl="1"/>
            <a:r>
              <a:t>Student: browse clubs, view events, and manage memberships.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Club Portal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club-facing workflows</a:t>
            </a:r>
          </a:p>
          <a:p>
            <a:pPr lvl="1"/>
            <a:r>
              <a:t>Update club information and details.</a:t>
            </a:r>
          </a:p>
          <a:p>
            <a:pPr lvl="1"/>
            <a:r>
              <a:t>Book rooms for meetings and events.</a:t>
            </a:r>
          </a:p>
          <a:p>
            <a:pPr lvl="1"/>
            <a:r>
              <a:t>Submit bills and reimbursement requests.</a:t>
            </a:r>
          </a:p>
          <a:p>
            <a:pPr lvl="1"/>
            <a:r>
              <a:t>Pitch events and request funds from administration.</a:t>
            </a:r>
          </a:p>
          <a:p>
            <a:pPr lvl="1"/>
            <a:r>
              <a:t>Real-time chat and video meeting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/ Council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Administrative control and oversight</a:t>
            </a:r>
          </a:p>
          <a:p>
            <a:pPr lvl="1"/>
            <a:r>
              <a:t>Review submissions for funds, events, rooms, and bills.</a:t>
            </a:r>
          </a:p>
          <a:p>
            <a:pPr lvl="1"/>
            <a:r>
              <a:t>Club analytics dashboard for performance tracking.</a:t>
            </a:r>
          </a:p>
          <a:p>
            <a:pPr lvl="1"/>
            <a:r>
              <a:t>Chat with clubs directly from the portal.</a:t>
            </a:r>
          </a:p>
          <a:p>
            <a:pPr lvl="1"/>
            <a:r>
              <a:t>Host video meetings and coordinate approvals.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Engaging student interactions</a:t>
            </a:r>
          </a:p>
          <a:p>
            <a:pPr lvl="1"/>
            <a:r>
              <a:t>Explore clubs and membership options.</a:t>
            </a:r>
          </a:p>
          <a:p>
            <a:pPr lvl="1"/>
            <a:r>
              <a:t>Browse upcoming events and campus activities.</a:t>
            </a:r>
          </a:p>
          <a:p>
            <a:pPr lvl="1"/>
            <a:r>
              <a:t>Access a personalized student portal for easy navigation.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Front-end</a:t>
            </a:r>
          </a:p>
          <a:p>
            <a:pPr lvl="1"/>
            <a:r>
              <a:t>React, React Router, Tailwind CSS, Radix UI components, Recharts</a:t>
            </a:r>
          </a:p>
          <a:p>
            <a:pPr/>
            <a:r>
              <a:t>Back-end</a:t>
            </a:r>
          </a:p>
          <a:p>
            <a:pPr lvl="1"/>
            <a:r>
              <a:t>Node.js, Express, MongoDB (Mongoose), JWT auth, CORS, bcrypt</a:t>
            </a:r>
          </a:p>
          <a:p>
            <a:pPr/>
            <a:r>
              <a:t>Build Tools</a:t>
            </a:r>
          </a:p>
          <a:p>
            <a:pPr lvl="1"/>
            <a:r>
              <a:t>Vite, npm / pnpm ecosystem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Streamlines club operations with role-based workflows.</a:t>
            </a:r>
          </a:p>
          <a:p>
            <a:pPr lvl="1"/>
            <a:r>
              <a:t>Improves collaboration across students, club leaders, and council members.</a:t>
            </a:r>
          </a:p>
          <a:p>
            <a:pPr lvl="1"/>
            <a:r>
              <a:t>Reduces manual approval work with digital submissions and analytics.</a:t>
            </a:r>
          </a:p>
          <a:p>
            <a:pPr lvl="1"/>
            <a:r>
              <a:t>Supports real-time communication and event 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