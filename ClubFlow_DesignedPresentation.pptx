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091" y="1395412"/>
            <a:ext cx="7772400" cy="1470025"/>
          </a:xfrm>
        </p:spPr>
        <p:txBody>
          <a:bodyPr/>
          <a:lstStyle/>
          <a:p>
            <a:r>
              <a:rPr dirty="0" err="1"/>
              <a:t>ClubFlow</a:t>
            </a:r>
            <a:r>
              <a:rPr dirty="0"/>
              <a:t> Institutional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portal design for clubs, students, administrators, and council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Designed Page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Dark, modern dashboard aesthetic with role-based navigation.</a:t>
            </a:r>
          </a:p>
          <a:p>
            <a:pPr lvl="1"/>
            <a:r>
              <a:t>Responsive page structure with cards, sidebar, and quick actions.</a:t>
            </a:r>
          </a:p>
          <a:p>
            <a:pPr lvl="1"/>
            <a:r>
              <a:t>Clear separation between club, admin, and student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 / Role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Role-focused onboarding for Club Head, Student, and Council users.</a:t>
            </a:r>
          </a:p>
          <a:p>
            <a:pPr lvl="1"/>
            <a:r>
              <a:t>Large cards highlight user paths and quick navigation.</a:t>
            </a:r>
          </a:p>
          <a:p>
            <a:pPr lvl="1"/>
            <a:r>
              <a:t>Clean hero section with brand icon and concise messaging.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Club Portal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Club Dashboard: activity summary, pending requests, and quick links.</a:t>
            </a:r>
          </a:p>
          <a:p>
            <a:pPr lvl="1"/>
            <a:r>
              <a:t>Update Details: club profile management in one place.</a:t>
            </a:r>
          </a:p>
          <a:p>
            <a:pPr lvl="1"/>
            <a:r>
              <a:t>Book Rooms / Submit Bills / Request Funds: transactional workflows with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Club Collaboration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Club Chat: internal messaging for team coordination.</a:t>
            </a:r>
          </a:p>
          <a:p>
            <a:pPr lvl="1"/>
            <a:r>
              <a:t>Club Video Meet: integrated meeting interface for live sessions.</a:t>
            </a:r>
          </a:p>
          <a:p>
            <a:pPr lvl="1"/>
            <a:r>
              <a:t>Pitch Events: event creation and promotion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/ Council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Dashboard: oversight metrics, approval statuses, and quick actions.</a:t>
            </a:r>
          </a:p>
          <a:p>
            <a:pPr lvl="1"/>
            <a:r>
              <a:t>Review Submissions: centralized approval queue for funds, rooms, and events.</a:t>
            </a:r>
          </a:p>
          <a:p>
            <a:pPr lvl="1"/>
            <a:r>
              <a:t>Analytics: visual insights into club performance and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Experience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Dashboard: club discovery and membership snapshot.</a:t>
            </a:r>
          </a:p>
          <a:p>
            <a:pPr lvl="1"/>
            <a:r>
              <a:t>Events Page: browse upcoming campus events and RSVP.</a:t>
            </a:r>
          </a:p>
          <a:p>
            <a:pPr lvl="1"/>
            <a:r>
              <a:t>Memberships Page: manage clubs and track participation.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&amp; Visual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design highlights</a:t>
            </a:r>
          </a:p>
          <a:p>
            <a:pPr lvl="1"/>
            <a:r>
              <a:t>Dark mode with blue/purple accent highlights and clean gradients.</a:t>
            </a:r>
          </a:p>
          <a:p>
            <a:pPr lvl="1"/>
            <a:r>
              <a:t>Minimal sidebar navigation with intuitive icon labels.</a:t>
            </a:r>
          </a:p>
          <a:p>
            <a:pPr lvl="1"/>
            <a:r>
              <a:t>Card-based pages for content grouping and quick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Front-end stack</a:t>
            </a:r>
          </a:p>
          <a:p>
            <a:pPr lvl="1"/>
            <a:r>
              <a:t>React, React Router, Tailwind CSS, Radix UI components, Recharts</a:t>
            </a:r>
          </a:p>
          <a:p>
            <a:r>
              <a:t>Back-end stack</a:t>
            </a:r>
          </a:p>
          <a:p>
            <a:pPr lvl="1"/>
            <a:r>
              <a:t>Node.js, Express, MongoDB with Mongoose, JWT authentication, CORS</a:t>
            </a:r>
          </a:p>
          <a:p>
            <a:r>
              <a:t>Build tooling</a:t>
            </a:r>
          </a:p>
          <a:p>
            <a:pPr lvl="1"/>
            <a:r>
              <a:t>Vite, npm / pnpm 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 err="1"/>
              <a:t>ClubFlow</a:t>
            </a:r>
            <a:r>
              <a:rPr dirty="0"/>
              <a:t> brings modern design to institutional club management.</a:t>
            </a:r>
          </a:p>
          <a:p>
            <a:pPr lvl="1"/>
            <a:r>
              <a:rPr dirty="0"/>
              <a:t>Designed pages for role-specific experiences and fast decision-making.</a:t>
            </a:r>
          </a:p>
          <a:p>
            <a:pPr lvl="1"/>
            <a:r>
              <a:rPr dirty="0"/>
              <a:t>Built as a responsive, full-stack application to support club workflows.</a:t>
            </a:r>
          </a:p>
          <a:p>
            <a:pPr lvl="1"/>
            <a:r>
              <a:rPr dirty="0"/>
              <a:t>Ready for demo or further UI polish with real content integrations.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IN" dirty="0"/>
              <a:t>Team members –</a:t>
            </a:r>
          </a:p>
          <a:p>
            <a:pPr marL="457200" lvl="1" indent="0">
              <a:buNone/>
            </a:pPr>
            <a:r>
              <a:rPr lang="en-IN" dirty="0"/>
              <a:t>Harsh Chaudhary</a:t>
            </a:r>
          </a:p>
          <a:p>
            <a:pPr marL="457200" lvl="1" indent="0">
              <a:buNone/>
            </a:pPr>
            <a:r>
              <a:rPr lang="en-IN" dirty="0"/>
              <a:t>Hitisha </a:t>
            </a:r>
            <a:r>
              <a:rPr lang="en-IN" dirty="0" err="1"/>
              <a:t>chawla</a:t>
            </a:r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97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F6D5-5330-4ACD-C34B-73D2F695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47567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4941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361</Words>
  <Application>Microsoft Office PowerPoint</Application>
  <PresentationFormat>On-screen Show (4:3)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ClubFlow Institutional Platform</vt:lpstr>
      <vt:lpstr>Designed Page Experience</vt:lpstr>
      <vt:lpstr>Landing Page / Role Selection</vt:lpstr>
      <vt:lpstr>Club Portal Pages</vt:lpstr>
      <vt:lpstr>Club Collaboration Pages</vt:lpstr>
      <vt:lpstr>Admin / Council Pages</vt:lpstr>
      <vt:lpstr>Student Experience Pages</vt:lpstr>
      <vt:lpstr>UI &amp; Visual Design</vt:lpstr>
      <vt:lpstr>Technology Stack</vt:lpstr>
      <vt:lpstr>Project Summary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Chaudhary</cp:lastModifiedBy>
  <cp:revision>2</cp:revision>
  <dcterms:created xsi:type="dcterms:W3CDTF">2013-01-27T09:14:16Z</dcterms:created>
  <dcterms:modified xsi:type="dcterms:W3CDTF">2026-04-10T04:20:21Z</dcterms:modified>
  <cp:category/>
</cp:coreProperties>
</file>